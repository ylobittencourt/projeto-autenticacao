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Apresentação do tema: como autenticar usuários em uma API REST usando JWT. Essa sequência colorida é um token de verdade gerado pelo nosso backend — vermelho é o header, roxo o payload e azul a assinatura. Vamos usar essas cores a apresentação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[~0.5 min] Duas partes principais, como pedido: primeiro o conceito de autenticação com JWT, depois a solução que desenvolvemos, com demonstração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O protocolo HTTP é stateless. Se não fizermos nada, precisaríamos mandar e-mail e senha em toda requisição — inseguro e caro, porque o BCrypt é propositalmente lento. A ideia é validar a senha uma única vez e entregar ao cliente uma credencial temporária: o Access Token. É exatamente o que o enunciado pede.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Na sessão tradicional o servidor guarda o estado e o cliente só leva um ID em cookie. Com JWT o estado vai dentro do token, assinado. Por isso a API fica stateless: qualquer instância valida o token só com a chave secreta. A troca é a revogação: o token vale até expirar — por isso usamos expiração curta, de 1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min] JWT é um padrão da IETF, a RFC 7519. É um JSON compacto e assinado. Três pontos importantes: tem três partes, é codificado em Base64URL — ou seja, qualquer um consegue LER o conteúdo — e é assinado; no nosso projeto com HMAC-SHA256.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[~2.5 min] Este é o token real que o backend gera no login. O header diz o algoritmo. O payload tem as claims: sub é o e-mail, roles são os perfis, iat quando foi emitido e exp quando expira. Repare: a senha NÃO está no token. A assinatura é um HMAC-SHA256 do header e do payload usando a chave secreta que só o servidor conhece.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A segurança do JWT está na assinatura. Se alguém trocar ROLE_USER por ROLE_ADMIN no payload, a assinatura recalculada no servidor não bate e o token é rejeitado. Temos um teste automatizado exatamente para isso. Mas atenção: o payload é apenas codificado, não criptografado — por isso não colocamos a senha nele e em produção usamos HTTPS.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Este é exatamente o fluxo pedido no enunciado. O usuário digita e-mail e senha, o Angular chama POST /auth/login, o Spring valida as credenciais com BCrypt, o backend gera o JWT e devolve. A partir daí o Angular guarda o token e, em cada requisição protegida, envia apenas o header Authorization: Bearer. A senha nunca mais é enviada.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min] Visão geral dos componentes. No backend, cinco peças principais do Spring Security. No frontend, cinco peças do Angular. Nos próximos slides vamos ver o código de cada uma delas.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A configuração central. STATELESS: o Spring não cria sessão, cada requisição traz o token. CSRF desabilitado porque não usamos cookie de sessão — o token vai no header, que o navegador não envia sozinho. Só o login é público; o resto exige autenticação. Configuramos um AuthenticationEntryPoint para responder 401 em JSON (o padrão seria 403). E registramos nosso filtro JWT antes do filtro padrão de usuário e senha. A senha do usuário é guardada com BCrypt.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O único endpoint que recebe a senha. @Valid valida o formato (e-mail válido, campos obrigatórios → 400). O AuthenticationManager usa o DaoAuthenticationProvider, que busca o usuário e compara a senha com o hash BCrypt. Se estiver errada, lança BadCredentialsException, que o GlobalExceptionHandler transforma em 401 com mensagem genérica — não dizemos se o erro foi no e-mail ou na senha. Se estiver certa, geramos o token e devolvemos junto com o tipo e a validade.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Usamos a biblioteca JJWT. Para gerar: subject com o e-mail, a claim roles, data de emissão, expiração de 1 hora e assinatura HS256. A chave vem do application.properties e pode ser trocada pela variável de ambiente JWT_SECRET sem mexer no código. Para validar: o parser verifica a assinatura E a expiração de uma vez; qualquer problema vira JwtException e retornamos vazio.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 min] O coração da autenticação por token. Em toda requisição o filtro procura o header Authorization com o prefixo Bearer. Se houver token válido, extrai o e-mail e os perfis do payload e coloca no SecurityContext — a partir daí o controller recebe o Authentication pronto. Repare que o filtro não consulta banco nem senha: tudo vem do token assinado. Se o token não existir ou for inválido, o filtro só segue e o Spring devolve 401.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[~2.5 min] No Angular, o AuthService faz o POST de login e guarda o token no localStorage. O interceptor funcional é o que realiza "Angular usa o token": ele clona toda requisição para o nosso backend e adiciona Authorization: Bearer — exceto no próprio login e nunca para outros domínios. Se a API responder 401, o interceptor limpa o token e volta para o login. O guard protege a rota /home: lê a claim exp do payload e só deixa entrar com token dentro da validade.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min] Uma preocupação do projeto foi responder o status correto em cada caso, sempre em JSON, e o frontend reagir a cada um. Isso facilita o uso da API e deixa a experiência clara para o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 min] ROTEIRO DA DEMO (backend na 8080 e frontend na 4200 já rodando): 1) digitar senha errada e mostrar a mensagem. 2) entrar com aluno@email.com / 123456 e mostrar a área protegida. 3) abrir o DevTools &gt; Network, clicar em "Chamar /api/me novamente" e mostrar o header Authorization: Bearer — e que a senha não aparece. 4) no DevTools &gt; Application &gt; Local Storage, alterar um caractere do token e chamar /api/me: 401 e volta ao login. 5) logar de novo, clicar em Sair e tentar acessar /home direto pela URL. Opcional: colar o token em jwt.io para mostrar o payload.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min] Todo o fluxo é coberto por testes automatizados. No backend, testes de integração com MockMvc sobem a aplicação real e verificam cada status. No frontend, testes com Vitest cobrem o interceptor, os guards e o componente de login. E fizemos testes ponta a ponta em navegador real com os dois servidores rodando. Comandos: ./mvnw test e npx ng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[~1.5 min] O que já aplicamos e o que faríamos num sistema real. Destaque para o armazenamento: localStorage é simples e atende o trabalho, mas é acessível por JavaScript, então um ataque XSS poderia ler o token. Em produção, a alternativa é cookie HttpOnly com refresh token de vida longa e access token de vida curta.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[~1 min + perguntas] Resumindo: a senha é usada apenas no login; o backend gera um JWT assinado e todas as requisições protegidas usam somente esse Access Token. Obrigado — abrimos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rgbClr val="A83BE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830275"/>
            <a:ext cx="351130" cy="3511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00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com JWT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377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Angular — conceito e solução desenvolvida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54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eyJhbGciOiJIUzI1NiJ9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500" b="1" dirty="0">
                <a:solidFill>
                  <a:srgbClr val="A83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eyJzdWIiOiJhbHVubyJ9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500" b="1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wblW5oxViZWtzCpHE2I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Társis  ·  Desenvolvimento Web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30 MINUTOS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45336"/>
            <a:ext cx="457200" cy="457200"/>
          </a:xfrm>
          <a:prstGeom prst="ellipse">
            <a:avLst/>
          </a:prstGeom>
          <a:solidFill>
            <a:srgbClr val="E011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50876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0136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tokens? Sessão × token, anatomia e assinatura do JWT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6002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395728"/>
            <a:ext cx="457200" cy="457200"/>
          </a:xfrm>
          <a:prstGeom prst="ellipse">
            <a:avLst/>
          </a:prstGeom>
          <a:solidFill>
            <a:srgbClr val="A83B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3591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6517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Security, JwtService, filtro, Angular (service, interceptor, guard)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4505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00A6D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2095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50215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rota protegida, token adulterado e logout ao vivo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3009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968496"/>
            <a:ext cx="80467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1E9E6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0599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35254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Testes, boas práticas de segurança e perguntas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1513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9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não lembra quem você 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requisição HTTP é independente (stateless). Depois do login, como o servidor sabe quem está chamando /api/me?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E0115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37103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Reenviar a senha sempre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26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trafega em toda requisição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roda BCrypt a cada chamada (lento)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precisa guardar a senha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09160" y="201168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240280"/>
            <a:ext cx="502920" cy="502920"/>
          </a:xfrm>
          <a:prstGeom prst="ellipse">
            <a:avLst/>
          </a:prstGeom>
          <a:solidFill>
            <a:srgbClr val="1E9E6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19" y="23710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uma vez, depois token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9260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só no POST /auth/login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devolve um Access Token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seguintes enviam só o token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ABORDAGENS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no servidor × Token no cliente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3017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Sessão (cookie JSESSIONID)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JWT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B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fica o 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Memória/banco do servidor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 do próprio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o cliente envia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 com ID da sessão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Authorization: Bearer &lt;jwt&gt;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Escalar vários servidores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Precisa compartilhar sessões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Qualquer servidor valida com a chave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 (SPA, mobile)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cookies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 em qualquer cliente HTTP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 / revogação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Fácil: apaga a sessão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B62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vale até expirar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JWT?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</a:t>
            </a:r>
            <a:pPr indent="0" marL="0">
              <a:buNone/>
            </a:pPr>
            <a:r>
              <a:rPr lang="en-US" sz="16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(RFC 7519) é um padrão aberto para transmitir informações entre duas partes como um objeto JSON </a:t>
            </a:r>
            <a:pPr indent="0" marL="0">
              <a:buNone/>
            </a:pPr>
            <a:r>
              <a:rPr lang="en-US" sz="1600" b="1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assinado digitalmente</a:t>
            </a:r>
            <a:pPr indent="0" marL="0">
              <a:buNone/>
            </a:pPr>
            <a:r>
              <a:rPr lang="en-US" sz="16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Compacto, cabe em um header HTTP.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 separadas por ponto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3317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Base64URL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 (não é criptografia)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3317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2560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429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de assinatura usado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. PAYLOAD . SIGNATURE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 token do nosso sistema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eyJhbGciOiJIUzI1NiJ9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700" b="1" dirty="0">
                <a:solidFill>
                  <a:srgbClr val="A83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eyJzdWIiOiJhbHVubyJ9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700" b="1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wblW5oxViZWtzCpHE2I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242A4D"/>
          </a:solidFill>
          <a:ln w="19050">
            <a:solidFill>
              <a:srgbClr val="E0115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"alg": "HS256"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da assinatura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96596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242A4D"/>
          </a:solidFill>
          <a:ln w="19050">
            <a:solidFill>
              <a:srgbClr val="A83B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(claims)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46888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"sub": "aluno@email.com",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"roles": ["ROLE_USER"],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"iat": 1790537901,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"exp": 1790541501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o usuário e até quando vale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965960"/>
            <a:ext cx="2560320" cy="2788920"/>
          </a:xfrm>
          <a:prstGeom prst="roundRect">
            <a:avLst>
              <a:gd name="adj" fmla="val 2857"/>
            </a:avLst>
          </a:prstGeom>
          <a:solidFill>
            <a:srgbClr val="242A4D"/>
          </a:solidFill>
          <a:ln w="19050">
            <a:solidFill>
              <a:srgbClr val="00A6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68880"/>
            <a:ext cx="2286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HMACSHA256(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base64(header) + "."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base64(payload),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chave_secreta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4160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ninguém alterou nada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HMAC-SHA256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ninguém consegue falsificar?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00A6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64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secreta só no servidor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assina header + payload com a chave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volta, recalcula a assinatura e compara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1 caractere do payload? Assinatura não bate → 401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expirado (exp no passado) → 401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600200"/>
            <a:ext cx="502920" cy="502920"/>
          </a:xfrm>
          <a:prstGeom prst="ellipse">
            <a:avLst/>
          </a:prstGeom>
          <a:solidFill>
            <a:srgbClr val="E011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1730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32120" y="1664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não é segredo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28600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é só Base64: qualquer um decodifica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colocar senha ou dados sensíveis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garante integridade, não sigilo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isso: sempre HTTPS em produção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LOGIN À REQUISIÇÃO PROTEGIDA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completo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77240" cy="777240"/>
          </a:xfrm>
          <a:prstGeom prst="ellipse">
            <a:avLst/>
          </a:prstGeom>
          <a:solidFill>
            <a:srgbClr val="161A3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482" y="16651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97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e-mail e senha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783080" y="1856232"/>
            <a:ext cx="320040" cy="0"/>
          </a:xfrm>
          <a:prstGeom prst="line">
            <a:avLst/>
          </a:prstGeom>
          <a:noFill/>
          <a:ln w="25400">
            <a:solidFill>
              <a:srgbClr val="C9CDE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60320" y="1463040"/>
            <a:ext cx="777240" cy="777240"/>
          </a:xfrm>
          <a:prstGeom prst="ellipse">
            <a:avLst/>
          </a:prstGeom>
          <a:solidFill>
            <a:srgbClr val="E0115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402" y="166512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94560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194560" y="2697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429000" y="1856232"/>
            <a:ext cx="320040" cy="0"/>
          </a:xfrm>
          <a:prstGeom prst="line">
            <a:avLst/>
          </a:prstGeom>
          <a:noFill/>
          <a:ln w="25400">
            <a:solidFill>
              <a:srgbClr val="C9CDE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206240" y="1463040"/>
            <a:ext cx="777240" cy="777240"/>
          </a:xfrm>
          <a:prstGeom prst="ellipse">
            <a:avLst/>
          </a:prstGeom>
          <a:solidFill>
            <a:srgbClr val="1E9E6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322" y="166512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40480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840480" y="2697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credenciais (BCrypt)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074920" y="1856232"/>
            <a:ext cx="320040" cy="0"/>
          </a:xfrm>
          <a:prstGeom prst="line">
            <a:avLst/>
          </a:prstGeom>
          <a:noFill/>
          <a:ln w="25400">
            <a:solidFill>
              <a:srgbClr val="C9CDE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852160" y="1463040"/>
            <a:ext cx="777240" cy="777240"/>
          </a:xfrm>
          <a:prstGeom prst="ellipse">
            <a:avLst/>
          </a:prstGeom>
          <a:solidFill>
            <a:srgbClr val="A83BE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242" y="1665122"/>
            <a:ext cx="373075" cy="37307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0" y="2697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 JWT assinado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720840" y="1856232"/>
            <a:ext cx="320040" cy="0"/>
          </a:xfrm>
          <a:prstGeom prst="line">
            <a:avLst/>
          </a:prstGeom>
          <a:noFill/>
          <a:ln w="25400">
            <a:solidFill>
              <a:srgbClr val="C9CDE3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498080" y="1463040"/>
            <a:ext cx="777240" cy="777240"/>
          </a:xfrm>
          <a:prstGeom prst="ellipse">
            <a:avLst/>
          </a:prstGeom>
          <a:solidFill>
            <a:srgbClr val="00A6D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0162" y="1665122"/>
            <a:ext cx="373075" cy="37307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32320" y="23774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7132320" y="26974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 usa o token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52044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31520" y="363016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requisições seguintes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731520" y="3886200"/>
            <a:ext cx="7680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/api/me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eyJhbGciOiJIUzI1NiJ9.eyJzdWIiOiJhbHVub0BlbWFpbC5jb20i...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senha NÃO é reenviada — só o Access Token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DESENVOLVIDA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72768"/>
            <a:ext cx="548640" cy="548640"/>
          </a:xfrm>
          <a:prstGeom prst="ellipse">
            <a:avLst/>
          </a:prstGeom>
          <a:solidFill>
            <a:srgbClr val="1E9E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45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Spring Boot 4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9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SecurityConfig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51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acesso, stateless, BCrypt, 401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07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9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AuthController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026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 → devolve o JWT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2826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9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JwtService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5021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e valida tokens (JJWT)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758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9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JwtAuthenticationFilter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977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Bearer em cada requisição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233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9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GlobalExceptionHandler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453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em JSON (400 / 401)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663440" y="137160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92040" y="1572768"/>
            <a:ext cx="548640" cy="548640"/>
          </a:xfrm>
          <a:prstGeom prst="ellipse">
            <a:avLst/>
          </a:prstGeom>
          <a:solidFill>
            <a:srgbClr val="E0115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1715414"/>
            <a:ext cx="263347" cy="263347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577840" y="1645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Angular 22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493776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LoginComponent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4937760" y="25511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reativo com validação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4937760" y="28072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AuthService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4937760" y="3026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token, expiração, logout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4937760" y="32826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authInterceptor</a:t>
            </a:r>
            <a:endParaRPr lang="en-US" sz="1250" dirty="0"/>
          </a:p>
        </p:txBody>
      </p:sp>
      <p:sp>
        <p:nvSpPr>
          <p:cNvPr id="27" name="Text 23"/>
          <p:cNvSpPr txBox="1"/>
          <p:nvPr/>
        </p:nvSpPr>
        <p:spPr>
          <a:xfrm>
            <a:off x="4937760" y="35021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anexa o Bearer e trata 401</a:t>
            </a:r>
            <a:endParaRPr lang="en-US" sz="1150" dirty="0"/>
          </a:p>
        </p:txBody>
      </p:sp>
      <p:sp>
        <p:nvSpPr>
          <p:cNvPr id="28" name="Text 24"/>
          <p:cNvSpPr txBox="1"/>
          <p:nvPr/>
        </p:nvSpPr>
        <p:spPr>
          <a:xfrm>
            <a:off x="4937760" y="37581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authGuard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4937760" y="3977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/home sem token válido</a:t>
            </a:r>
            <a:endParaRPr lang="en-US" sz="1150" dirty="0"/>
          </a:p>
        </p:txBody>
      </p:sp>
      <p:sp>
        <p:nvSpPr>
          <p:cNvPr id="30" name="Text 26"/>
          <p:cNvSpPr txBox="1"/>
          <p:nvPr/>
        </p:nvSpPr>
        <p:spPr>
          <a:xfrm>
            <a:off x="4937760" y="42336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HomeComponent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4937760" y="44531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protegida (chama /api/me)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SPRING SECURITY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SecurityConfig: as regras do jogo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35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config/SecurityConfig.java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47548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.csrf(csrf -&gt; csrf.disable())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.sessionManagement(s -&gt; 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.sessionCreationPolicy(STATELESS))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.authorizeHttpRequests(auth -&gt; auth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.requestMatchers(POST, "/auth/login")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E9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.permitAll()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.anyRequest().authenticated())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.exceptionHandling(ex -&gt; ex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83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.authenticationEntryPoint(entryPoint))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.addFilterBefore(jwtAuthenticationFilter,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UsernamePasswordAuthenticationFilter.class);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0" y="1426464"/>
            <a:ext cx="201168" cy="201168"/>
          </a:xfrm>
          <a:prstGeom prst="ellipse">
            <a:avLst/>
          </a:prstGeom>
          <a:solidFill>
            <a:srgbClr val="00A6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371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16733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sessão HTTP é criada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0" y="2276856"/>
            <a:ext cx="201168" cy="201168"/>
          </a:xfrm>
          <a:prstGeom prst="ellipse">
            <a:avLst/>
          </a:prstGeom>
          <a:solidFill>
            <a:srgbClr val="1E9E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2219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permitAll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5237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é público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0" y="3127248"/>
            <a:ext cx="201168" cy="201168"/>
          </a:xfrm>
          <a:prstGeom prst="ellipse">
            <a:avLst/>
          </a:prstGeom>
          <a:solidFill>
            <a:srgbClr val="E011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30723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3741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resto exige token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0" y="3977640"/>
            <a:ext cx="201168" cy="201168"/>
          </a:xfrm>
          <a:prstGeom prst="ellipse">
            <a:avLst/>
          </a:prstGeom>
          <a:solidFill>
            <a:srgbClr val="A83B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39227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422452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token → 401 em JSON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AUTHCONTROLLER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/auth/login: validando a senha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356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controller/AuthController.java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475488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83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@PostMapping("/login")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ResponseEntity&lt;LoginResponse&gt; login(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@Valid @RequestBody LoginRequest req)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Authentication auth = authenticationManager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.authenticate(new UsernamePassword...(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req.email(), req.senha()));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token = jwtService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E9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.generateToken(auth.getName(), roles);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ok(new LoginResponse(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token, "Bearer", 3600));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97880" y="13258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0807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correta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{ token, tokenType: "Bearer", expiresIn: 3600 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97880" y="3154680"/>
            <a:ext cx="2697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08076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errada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36118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 { "erro": "E-mail ou senha inválidos" }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JJWT 0.13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JwtService: gerar e validar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35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 token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356616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gerar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Jwts.builder()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83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.subject(email)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83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.claim("roles", roles)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83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.issuedAt(agora)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83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.expiration(agora + 1h)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.signWith(key, HS256)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.compact();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435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 token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91640"/>
            <a:ext cx="356616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Jwts.parser()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.verifyWith(key)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.build()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.parseSignedClaims(token);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E9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Optional.of(claims);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(JwtException e)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assinatura errada, expirado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Optional.empty();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ONCEPERREQUESTFILTER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JwtAuthenticationFilter: a cada requisição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 header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420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&lt;token&gt;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06040" y="141732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600200"/>
            <a:ext cx="457200" cy="457200"/>
          </a:xfrm>
          <a:prstGeom prst="ellipse">
            <a:avLst/>
          </a:prstGeom>
          <a:solidFill>
            <a:srgbClr val="00A6D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889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o token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5420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+ expiração (JwtService)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600200"/>
            <a:ext cx="457200" cy="457200"/>
          </a:xfrm>
          <a:prstGeom prst="ellipse">
            <a:avLst/>
          </a:prstGeom>
          <a:solidFill>
            <a:srgbClr val="A83B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46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o usuário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5420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(sub) + perfis (roles)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1417320"/>
            <a:ext cx="18745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600200"/>
            <a:ext cx="457200" cy="457200"/>
          </a:xfrm>
          <a:prstGeom prst="ellipse">
            <a:avLst/>
          </a:prstGeom>
          <a:solidFill>
            <a:srgbClr val="1E9E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5420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requisição fica autenticada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8046720" cy="1188720"/>
          </a:xfrm>
          <a:prstGeom prst="roundRect">
            <a:avLst>
              <a:gd name="adj" fmla="val 6154"/>
            </a:avLst>
          </a:prstGeom>
          <a:solidFill>
            <a:srgbClr val="FDEEF3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767328"/>
            <a:ext cx="640080" cy="640080"/>
          </a:xfrm>
          <a:prstGeom prst="ellipse">
            <a:avLst/>
          </a:prstGeom>
          <a:solidFill>
            <a:srgbClr val="E0115F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3933749"/>
            <a:ext cx="307238" cy="30723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645920" y="3703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token, token adulterado ou expirado?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645920" y="4041648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filtro não autentica ninguém; o Spring Security bloqueia a rota e o AuthenticationEntryPoint responde 401 em JSON.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Angular: service, interceptor e guard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35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auth.service.ts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3566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login(email, senha)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http.post(".../auth/login",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email, senha })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83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.pipe(tap(r =&gt; localStorage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83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.setItem("access_token", r.token)));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2186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auth.guard.ts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74720"/>
            <a:ext cx="3566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authGuard = () =&gt;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auth.isAuthenticated()  // lê "exp"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E9E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true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router.createUrlTree(["/login"]);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35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auth.interceptor.ts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691640"/>
            <a:ext cx="356616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authInterceptor =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(req, next) =&gt;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request = token &amp;&amp; isApi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&amp;&amp; !isLogin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req.clone({ setHeaders: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Authorization: `Bearer ${token}`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}})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req;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next(request).pipe(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catchError(err =&gt;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(err.status === 401)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auth.logout();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router.navigate(["/login"]);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... }));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ERROS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situação, o status HTTP certo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365760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o Angular faz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3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com credenciais corretas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9E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 o token e vai para /home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vazio ou malformado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777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 a mensagem de validação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 ou e-mail errados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011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 "E-mail ou senha inválidos"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/api/me sem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011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nem deixa chegar lá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adulterado ou expirado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011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Interceptor limpa e volta ao login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fora do 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2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Avisa que não conseguiu conectar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3000" dirty="0"/>
          </a:p>
        </p:txBody>
      </p:sp>
      <p:pic>
        <p:nvPicPr>
          <p:cNvPr id="4" name="Image 0" descr="C:\Users\User\AppData\Local\Temp\claude\C--Users-User-Downloads-PROJETO-WEB-projeto-autenticacao\627a6f5d-f8e3-4a56-ac0a-22a0c932305e\scratchpad\crop-02-login-er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935224" cy="3291840"/>
          </a:xfrm>
          <a:prstGeom prst="rect">
            <a:avLst/>
          </a:prstGeom>
        </p:spPr>
      </p:pic>
      <p:pic>
        <p:nvPicPr>
          <p:cNvPr id="5" name="Image 1" descr="C:\Users\User\AppData\Local\Temp\claude\C--Users-User-Downloads-PROJETO-WEB-projeto-autenticacao\627a6f5d-f8e3-4a56-ac0a-22a0c932305e\scratchpad\crop-03-area-protegi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325880"/>
            <a:ext cx="2423160" cy="3291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355080" y="1371600"/>
            <a:ext cx="365760" cy="365760"/>
          </a:xfrm>
          <a:prstGeom prst="ellipse">
            <a:avLst/>
          </a:prstGeom>
          <a:solidFill>
            <a:srgbClr val="E0115F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355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858000" y="133502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errada → erro na tela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355080" y="2029968"/>
            <a:ext cx="365760" cy="365760"/>
          </a:xfrm>
          <a:prstGeom prst="ellipse">
            <a:avLst/>
          </a:prstGeom>
          <a:solidFill>
            <a:srgbClr val="1E9E6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5508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858000" y="19933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/home com dados do /api/me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55080" y="2688336"/>
            <a:ext cx="365760" cy="365760"/>
          </a:xfrm>
          <a:prstGeom prst="ellipse">
            <a:avLst/>
          </a:prstGeom>
          <a:solidFill>
            <a:srgbClr val="00A6D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355080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26517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DevTools: header Authorization: Bearer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55080" y="3346704"/>
            <a:ext cx="365760" cy="365760"/>
          </a:xfrm>
          <a:prstGeom prst="ellipse">
            <a:avLst/>
          </a:prstGeom>
          <a:solidFill>
            <a:srgbClr val="A83BE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355080" y="3346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858000" y="33101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o token → 401 → volta ao login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355080" y="4005072"/>
            <a:ext cx="365760" cy="365760"/>
          </a:xfrm>
          <a:prstGeom prst="ellipse">
            <a:avLst/>
          </a:prstGeom>
          <a:solidFill>
            <a:srgbClr val="161A3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35508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858000" y="396849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→ /home bloqueada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Testado de ponta a ponta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1E9E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428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9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no backend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20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MockMvc: login 200/400/401, token válido, adulterado e expirado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600200"/>
            <a:ext cx="548640" cy="548640"/>
          </a:xfrm>
          <a:prstGeom prst="ellipse">
            <a:avLst/>
          </a:prstGeom>
          <a:solidFill>
            <a:srgbClr val="E0115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86" y="174284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011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5400" dirty="0"/>
          </a:p>
        </p:txBody>
      </p:sp>
      <p:sp>
        <p:nvSpPr>
          <p:cNvPr id="14" name="Text 10"/>
          <p:cNvSpPr txBox="1"/>
          <p:nvPr/>
        </p:nvSpPr>
        <p:spPr>
          <a:xfrm>
            <a:off x="352044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no frontend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3520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Vitest: formulário, interceptor, guards e AuthService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035040" y="137160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600200"/>
            <a:ext cx="548640" cy="548640"/>
          </a:xfrm>
          <a:prstGeom prst="ellipse">
            <a:avLst/>
          </a:prstGeom>
          <a:solidFill>
            <a:srgbClr val="00A6D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286" y="174284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63640" y="23317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A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5400" dirty="0"/>
          </a:p>
        </p:txBody>
      </p:sp>
      <p:sp>
        <p:nvSpPr>
          <p:cNvPr id="20" name="Text 15"/>
          <p:cNvSpPr txBox="1"/>
          <p:nvPr/>
        </p:nvSpPr>
        <p:spPr>
          <a:xfrm>
            <a:off x="626364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E2E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35204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real: login, reload, token adulterado, logout, mobile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3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e próximos passos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572768"/>
            <a:ext cx="457200" cy="457200"/>
          </a:xfrm>
          <a:prstGeom prst="ellipse">
            <a:avLst/>
          </a:prstGeom>
          <a:solidFill>
            <a:srgbClr val="1E9E6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916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276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com BCrypt, enviada só no login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HS256 + expiração de 1 hora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secreta via variável de ambiente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genérica em login inválido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só enviado para o próprio backend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9525">
            <a:solidFill>
              <a:srgbClr val="DA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572768"/>
            <a:ext cx="457200" cy="457200"/>
          </a:xfrm>
          <a:prstGeom prst="ellipse">
            <a:avLst/>
          </a:prstGeom>
          <a:solidFill>
            <a:srgbClr val="A83BE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6916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6276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Evoluções para produção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892040" y="21945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obrigatório em produção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para renovar sem novo login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em vez de localStorage (XSS)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no banco de dados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tentativas de login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731520" cy="731520"/>
          </a:xfrm>
          <a:prstGeom prst="ellipse">
            <a:avLst/>
          </a:prstGeom>
          <a:solidFill>
            <a:srgbClr val="00A6D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835" y="830275"/>
            <a:ext cx="351130" cy="3511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002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uma vez.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 todas as outras.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17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stateless com Spring Security, JWT assinado, Angular com interceptor e guard, tudo testado.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11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eyJhbGciOiJIUzI1NiJ9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600" b="1" dirty="0">
                <a:solidFill>
                  <a:srgbClr val="A83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eyJzdWIiOiJhbHVubyJ9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buNone/>
            </a:pPr>
            <a:r>
              <a:rPr lang="en-US" sz="1600" b="1" dirty="0">
                <a:solidFill>
                  <a:srgbClr val="00A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wblW5oxViZWtzCpHE2I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Perguntas?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Autenticação com JWT — Spring Boot + Angular</dc:title>
  <dc:subject>PptxGenJS Presentation</dc:subject>
  <dc:creator>Társis</dc:creator>
  <cp:lastModifiedBy>Társis</cp:lastModifiedBy>
  <cp:revision>1</cp:revision>
  <dcterms:created xsi:type="dcterms:W3CDTF">2026-09-27T19:51:48Z</dcterms:created>
  <dcterms:modified xsi:type="dcterms:W3CDTF">2026-09-27T19:51:48Z</dcterms:modified>
</cp:coreProperties>
</file>